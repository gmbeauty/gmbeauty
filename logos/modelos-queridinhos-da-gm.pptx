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239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FFFFFF"/>
                </a:solidFill>
                <a:latin typeface="Montserrat"/>
              </a:rPr>
              <a:t>QUADRO FIXO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00150"/>
            <a:ext cx="8763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000" b="1" i="1">
                <a:solidFill>
                  <a:srgbClr val="FFFFFF"/>
                </a:solidFill>
                <a:latin typeface="Lora"/>
              </a:rPr>
              <a:t>Queridinhos da GM</a:t>
            </a:r>
          </a:p>
        </p:txBody>
      </p:sp>
      <p:pic>
        <p:nvPicPr>
          <p:cNvPr id="4" name="Picture 3" descr="arco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381250"/>
            <a:ext cx="6667500" cy="8887777"/>
          </a:xfrm>
          <a:prstGeom prst="rect">
            <a:avLst/>
          </a:prstGeom>
        </p:spPr>
      </p:pic>
      <p:sp>
        <p:nvSpPr>
          <p:cNvPr id="5" name="Foto (substitua)"/>
          <p:cNvSpPr/>
          <p:nvPr/>
        </p:nvSpPr>
        <p:spPr>
          <a:xfrm>
            <a:off x="2571750" y="3143250"/>
            <a:ext cx="5143500" cy="73342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6" name="Picture 5" descr="brilhos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381250"/>
            <a:ext cx="2095500" cy="1571625"/>
          </a:xfrm>
          <a:prstGeom prst="rect">
            <a:avLst/>
          </a:prstGeom>
        </p:spPr>
      </p:pic>
      <p:pic>
        <p:nvPicPr>
          <p:cNvPr id="7" name="Picture 6" descr="botao-contorno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11334750"/>
            <a:ext cx="4000500" cy="1200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43250" y="11334750"/>
            <a:ext cx="400050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300">
                <a:solidFill>
                  <a:srgbClr val="FFFFFF"/>
                </a:solidFill>
                <a:latin typeface="Montserrat"/>
              </a:rPr>
              <a:t>DESLIZE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A87AC5"/>
                </a:solidFill>
                <a:latin typeface="Montserrat"/>
              </a:rPr>
              <a:t>QUERIDINHO DA SEMANA</a:t>
            </a:r>
          </a:p>
        </p:txBody>
      </p:sp>
      <p:pic>
        <p:nvPicPr>
          <p:cNvPr id="3" name="Picture 2" descr="polaroid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619250"/>
            <a:ext cx="7429500" cy="7429500"/>
          </a:xfrm>
          <a:prstGeom prst="rect">
            <a:avLst/>
          </a:prstGeom>
        </p:spPr>
      </p:pic>
      <p:sp>
        <p:nvSpPr>
          <p:cNvPr id="4" name="Foto (substitua)"/>
          <p:cNvSpPr/>
          <p:nvPr/>
        </p:nvSpPr>
        <p:spPr>
          <a:xfrm rot="21300000">
            <a:off x="3000375" y="2828925"/>
            <a:ext cx="3429000" cy="3429000"/>
          </a:xfrm>
          <a:prstGeom prst="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5825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000" b="1" i="1">
                <a:solidFill>
                  <a:srgbClr val="6E3F94"/>
                </a:solidFill>
                <a:latin typeface="Lora"/>
              </a:rPr>
              <a:t>Nome do produto</a:t>
            </a:r>
          </a:p>
        </p:txBody>
      </p:sp>
      <p:pic>
        <p:nvPicPr>
          <p:cNvPr id="6" name="Picture 5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0001250"/>
            <a:ext cx="533400" cy="533400"/>
          </a:xfrm>
          <a:prstGeom prst="rect">
            <a:avLst/>
          </a:prstGeom>
        </p:spPr>
      </p:pic>
      <p:pic>
        <p:nvPicPr>
          <p:cNvPr id="7" name="Picture 6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10001250"/>
            <a:ext cx="533400" cy="533400"/>
          </a:xfrm>
          <a:prstGeom prst="rect">
            <a:avLst/>
          </a:prstGeom>
        </p:spPr>
      </p:pic>
      <p:pic>
        <p:nvPicPr>
          <p:cNvPr id="8" name="Picture 7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0001250"/>
            <a:ext cx="533400" cy="533400"/>
          </a:xfrm>
          <a:prstGeom prst="rect">
            <a:avLst/>
          </a:prstGeom>
        </p:spPr>
      </p:pic>
      <p:pic>
        <p:nvPicPr>
          <p:cNvPr id="9" name="Picture 8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10001250"/>
            <a:ext cx="533400" cy="533400"/>
          </a:xfrm>
          <a:prstGeom prst="rect">
            <a:avLst/>
          </a:prstGeom>
        </p:spPr>
      </p:pic>
      <p:pic>
        <p:nvPicPr>
          <p:cNvPr id="10" name="Picture 9" descr="estre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0001250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500" y="10763250"/>
            <a:ext cx="838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0" i="0">
                <a:solidFill>
                  <a:srgbClr val="555555"/>
                </a:solidFill>
                <a:latin typeface="Montserrat"/>
              </a:rPr>
              <a:t>Conte por que ele é o queridinho: textura, durabilidade, preço ou aquele brilho especial.</a:t>
            </a:r>
          </a:p>
        </p:txBody>
      </p:sp>
      <p:pic>
        <p:nvPicPr>
          <p:cNvPr id="12" name="Picture 11" descr="etiqueta-preco-rox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953250"/>
            <a:ext cx="3619500" cy="15563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92290" y="6953250"/>
            <a:ext cx="2750820" cy="15563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Montserrat"/>
              </a:rPr>
              <a:t>R$ 49,90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A87AC5"/>
                </a:solidFill>
                <a:latin typeface="Montserrat"/>
              </a:rPr>
              <a:t>TOP 3 DO MÊS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38250"/>
            <a:ext cx="8763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600" b="1" i="1">
                <a:solidFill>
                  <a:srgbClr val="6E3F94"/>
                </a:solidFill>
                <a:latin typeface="Lora"/>
              </a:rPr>
              <a:t>Os queridinhos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3619500"/>
            <a:ext cx="952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0" b="1" i="1">
                <a:solidFill>
                  <a:srgbClr val="A87AC5"/>
                </a:solidFill>
                <a:latin typeface="Lora"/>
              </a:rPr>
              <a:t>1</a:t>
            </a:r>
          </a:p>
        </p:txBody>
      </p:sp>
      <p:sp>
        <p:nvSpPr>
          <p:cNvPr id="5" name="Foto (substitua)"/>
          <p:cNvSpPr/>
          <p:nvPr/>
        </p:nvSpPr>
        <p:spPr>
          <a:xfrm>
            <a:off x="1809750" y="3143250"/>
            <a:ext cx="2286000" cy="228600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FOTO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750" y="352425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 i="0" spc="150">
                <a:solidFill>
                  <a:srgbClr val="1A1020"/>
                </a:solidFill>
                <a:latin typeface="Montserrat"/>
              </a:rPr>
              <a:t>PRIMEIRO PRODUTO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6750" y="4095750"/>
            <a:ext cx="4953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555555"/>
                </a:solidFill>
                <a:latin typeface="Montserrat"/>
              </a:rPr>
              <a:t>Uma linha sobre o produto.</a:t>
            </a:r>
          </a:p>
        </p:txBody>
      </p:sp>
      <p:pic>
        <p:nvPicPr>
          <p:cNvPr id="8" name="Picture 7" descr="etiqueta-prec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4619625"/>
            <a:ext cx="2476500" cy="10648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93330" y="4619625"/>
            <a:ext cx="1882140" cy="1064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>
                <a:solidFill>
                  <a:srgbClr val="FFFFFF"/>
                </a:solidFill>
                <a:latin typeface="Montserrat"/>
              </a:rPr>
              <a:t>R$ 00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6381750"/>
            <a:ext cx="952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0" b="1" i="1">
                <a:solidFill>
                  <a:srgbClr val="A87AC5"/>
                </a:solidFill>
                <a:latin typeface="Lora"/>
              </a:rPr>
              <a:t>2</a:t>
            </a:r>
          </a:p>
        </p:txBody>
      </p:sp>
      <p:sp>
        <p:nvSpPr>
          <p:cNvPr id="11" name="Foto (substitua)"/>
          <p:cNvSpPr/>
          <p:nvPr/>
        </p:nvSpPr>
        <p:spPr>
          <a:xfrm>
            <a:off x="1809750" y="5905500"/>
            <a:ext cx="2286000" cy="228600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FOTO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750" y="628650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 i="0" spc="150">
                <a:solidFill>
                  <a:srgbClr val="1A1020"/>
                </a:solidFill>
                <a:latin typeface="Montserrat"/>
              </a:rPr>
              <a:t>SEGUNDO PRODUTO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6858000"/>
            <a:ext cx="4953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555555"/>
                </a:solidFill>
                <a:latin typeface="Montserrat"/>
              </a:rPr>
              <a:t>Uma linha sobre o produto.</a:t>
            </a:r>
          </a:p>
        </p:txBody>
      </p:sp>
      <p:pic>
        <p:nvPicPr>
          <p:cNvPr id="14" name="Picture 13" descr="etiqueta-prec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7381875"/>
            <a:ext cx="2476500" cy="10648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93330" y="7381875"/>
            <a:ext cx="1882140" cy="1064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>
                <a:solidFill>
                  <a:srgbClr val="FFFFFF"/>
                </a:solidFill>
                <a:latin typeface="Montserrat"/>
              </a:rPr>
              <a:t>R$ 00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9144000"/>
            <a:ext cx="952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0" b="1" i="1">
                <a:solidFill>
                  <a:srgbClr val="A87AC5"/>
                </a:solidFill>
                <a:latin typeface="Lora"/>
              </a:rPr>
              <a:t>3</a:t>
            </a:r>
          </a:p>
        </p:txBody>
      </p:sp>
      <p:sp>
        <p:nvSpPr>
          <p:cNvPr id="17" name="Foto (substitua)"/>
          <p:cNvSpPr/>
          <p:nvPr/>
        </p:nvSpPr>
        <p:spPr>
          <a:xfrm>
            <a:off x="1809750" y="8667750"/>
            <a:ext cx="2286000" cy="228600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FOTO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6750" y="904875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 i="0" spc="150">
                <a:solidFill>
                  <a:srgbClr val="1A1020"/>
                </a:solidFill>
                <a:latin typeface="Montserrat"/>
              </a:rPr>
              <a:t>TERCEIRO PRODUTO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9620250"/>
            <a:ext cx="4953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555555"/>
                </a:solidFill>
                <a:latin typeface="Montserrat"/>
              </a:rPr>
              <a:t>Uma linha sobre o produto.</a:t>
            </a:r>
          </a:p>
        </p:txBody>
      </p:sp>
      <p:pic>
        <p:nvPicPr>
          <p:cNvPr id="20" name="Picture 19" descr="etiqueta-prec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10144125"/>
            <a:ext cx="2476500" cy="10648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93330" y="10144125"/>
            <a:ext cx="1882140" cy="1064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>
                <a:solidFill>
                  <a:srgbClr val="FFFFFF"/>
                </a:solidFill>
                <a:latin typeface="Montserrat"/>
              </a:rPr>
              <a:t>R$ 00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