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23900"/>
            <a:ext cx="87630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950" b="1" i="0" spc="450">
                <a:solidFill>
                  <a:srgbClr val="A87AC5"/>
                </a:solidFill>
                <a:latin typeface="Montserrat"/>
              </a:rPr>
              <a:t>QUADRO FIXO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200150"/>
            <a:ext cx="8763000" cy="1047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6000" b="1" i="1">
                <a:solidFill>
                  <a:srgbClr val="6E3F94"/>
                </a:solidFill>
                <a:latin typeface="Lora"/>
              </a:rPr>
              <a:t>Queridinhos da GM</a:t>
            </a:r>
          </a:p>
        </p:txBody>
      </p:sp>
      <p:pic>
        <p:nvPicPr>
          <p:cNvPr id="4" name="Picture 3" descr="ar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9750" y="2381250"/>
            <a:ext cx="6667500" cy="8887777"/>
          </a:xfrm>
          <a:prstGeom prst="rect">
            <a:avLst/>
          </a:prstGeom>
        </p:spPr>
      </p:pic>
      <p:sp>
        <p:nvSpPr>
          <p:cNvPr id="5" name="Foto (substitua)"/>
          <p:cNvSpPr/>
          <p:nvPr/>
        </p:nvSpPr>
        <p:spPr>
          <a:xfrm>
            <a:off x="2571750" y="3143250"/>
            <a:ext cx="5143500" cy="733425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9C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6E3F94"/>
                </a:solidFill>
                <a:latin typeface="Montserrat"/>
              </a:rPr>
              <a:t>SUA FOTO AQUI</a:t>
            </a:r>
          </a:p>
        </p:txBody>
      </p:sp>
      <p:pic>
        <p:nvPicPr>
          <p:cNvPr id="6" name="Picture 5" descr="brilh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" y="2381250"/>
            <a:ext cx="2095500" cy="1571625"/>
          </a:xfrm>
          <a:prstGeom prst="rect">
            <a:avLst/>
          </a:prstGeom>
        </p:spPr>
      </p:pic>
      <p:pic>
        <p:nvPicPr>
          <p:cNvPr id="7" name="Picture 6" descr="etiqueta-preco-rox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10477500"/>
            <a:ext cx="3810000" cy="16383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381750" y="10477500"/>
            <a:ext cx="3048000" cy="163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2700" b="1" i="0">
                <a:solidFill>
                  <a:srgbClr val="FFFFFF"/>
                </a:solidFill>
                <a:latin typeface="Montserrat"/>
              </a:rPr>
              <a:t>R$ 49,90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11049000"/>
            <a:ext cx="457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50" b="1" i="0" spc="225">
                <a:solidFill>
                  <a:srgbClr val="1A1020"/>
                </a:solidFill>
                <a:latin typeface="Montserrat"/>
              </a:rPr>
              <a:t>NOME DO PRODUTO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11525250"/>
            <a:ext cx="457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950" b="0" i="0">
                <a:solidFill>
                  <a:srgbClr val="555555"/>
                </a:solidFill>
                <a:latin typeface="Montserrat"/>
              </a:rPr>
              <a:t>Marca ou variação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0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o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1750" y="1238250"/>
            <a:ext cx="5143500" cy="3497580"/>
          </a:xfrm>
          <a:prstGeom prst="rect">
            <a:avLst/>
          </a:prstGeom>
        </p:spPr>
      </p:pic>
      <p:pic>
        <p:nvPicPr>
          <p:cNvPr id="3" name="Picture 2" descr="brilh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0" y="952500"/>
            <a:ext cx="2095500" cy="15716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52500" y="5905500"/>
            <a:ext cx="8382000" cy="419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6600" b="1" i="1">
                <a:solidFill>
                  <a:srgbClr val="FFFFFF"/>
                </a:solidFill>
                <a:latin typeface="Lora"/>
              </a:rPr>
              <a:t>Frase de destaque</a:t>
            </a:r>
          </a:p>
          <a:p>
            <a:pPr algn="ctr">
              <a:lnSpc>
                <a:spcPct val="112000"/>
              </a:lnSpc>
            </a:pPr>
            <a:r>
              <a:rPr sz="6600" b="1" i="1">
                <a:solidFill>
                  <a:srgbClr val="FFFFFF"/>
                </a:solidFill>
                <a:latin typeface="Lora"/>
              </a:rPr>
              <a:t>da sua marca.</a:t>
            </a:r>
          </a:p>
        </p:txBody>
      </p:sp>
      <p:pic>
        <p:nvPicPr>
          <p:cNvPr id="5" name="Picture 4" descr="divis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62250" y="10668000"/>
            <a:ext cx="4762500" cy="31670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2000" y="11334750"/>
            <a:ext cx="87630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100" b="1" i="0" spc="750">
                <a:solidFill>
                  <a:srgbClr val="A87AC5"/>
                </a:solidFill>
                <a:latin typeface="Montserrat"/>
              </a:rPr>
              <a:t>UNIVERSO GM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A87AC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aixa-br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0" y="1428750"/>
            <a:ext cx="8572500" cy="14859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57250" y="1428750"/>
            <a:ext cx="8572500" cy="1485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3600" b="1" i="0" spc="750">
                <a:solidFill>
                  <a:srgbClr val="A87AC5"/>
                </a:solidFill>
                <a:latin typeface="Montserrat"/>
              </a:rPr>
              <a:t>NOVIDADE</a:t>
            </a:r>
          </a:p>
        </p:txBody>
      </p:sp>
      <p:pic>
        <p:nvPicPr>
          <p:cNvPr id="4" name="Picture 3" descr="polaroid-branc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8250" y="3048000"/>
            <a:ext cx="7858125" cy="7858125"/>
          </a:xfrm>
          <a:prstGeom prst="rect">
            <a:avLst/>
          </a:prstGeom>
        </p:spPr>
      </p:pic>
      <p:sp>
        <p:nvSpPr>
          <p:cNvPr id="5" name="Foto (substitua)"/>
          <p:cNvSpPr/>
          <p:nvPr/>
        </p:nvSpPr>
        <p:spPr>
          <a:xfrm rot="21300000">
            <a:off x="3067050" y="4562475"/>
            <a:ext cx="3457575" cy="3457575"/>
          </a:xfrm>
          <a:prstGeom prst="rect">
            <a:avLst/>
          </a:prstGeom>
          <a:solidFill>
            <a:srgbClr val="D9C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6E3F94"/>
                </a:solidFill>
                <a:latin typeface="Montserrat"/>
              </a:rPr>
              <a:t>SUA FOTO AQUI</a:t>
            </a:r>
          </a:p>
        </p:txBody>
      </p:sp>
      <p:pic>
        <p:nvPicPr>
          <p:cNvPr id="6" name="Picture 5" descr="brilhos-branc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3143250"/>
            <a:ext cx="2286000" cy="1714500"/>
          </a:xfrm>
          <a:prstGeom prst="rect">
            <a:avLst/>
          </a:prstGeom>
        </p:spPr>
      </p:pic>
      <p:pic>
        <p:nvPicPr>
          <p:cNvPr id="7" name="Picture 6" descr="explosao-branc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7500" y="7429500"/>
            <a:ext cx="2857500" cy="28575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667500" y="8191500"/>
            <a:ext cx="2857500" cy="1333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4050" b="1" i="1">
                <a:solidFill>
                  <a:srgbClr val="A87AC5"/>
                </a:solidFill>
                <a:latin typeface="Lora"/>
              </a:rPr>
              <a:t>NOVO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10477500"/>
            <a:ext cx="8763000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5400" b="1" i="1">
                <a:solidFill>
                  <a:srgbClr val="FFFFFF"/>
                </a:solidFill>
                <a:latin typeface="Lora"/>
              </a:rPr>
              <a:t>Nome do lançamento</a:t>
            </a:r>
          </a:p>
        </p:txBody>
      </p:sp>
      <p:pic>
        <p:nvPicPr>
          <p:cNvPr id="10" name="Picture 9" descr="botao-contorno-branc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29000" y="11525250"/>
            <a:ext cx="3429000" cy="10287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429000" y="11525250"/>
            <a:ext cx="3429000" cy="1028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950" b="1" i="0" spc="300">
                <a:solidFill>
                  <a:srgbClr val="FFFFFF"/>
                </a:solidFill>
                <a:latin typeface="Montserrat"/>
              </a:rPr>
              <a:t>COMPRE AGORA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0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87630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950" b="1" i="0" spc="450">
                <a:solidFill>
                  <a:srgbClr val="A87AC5"/>
                </a:solidFill>
                <a:latin typeface="Montserrat"/>
              </a:rPr>
              <a:t>QUADRO FIXO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238250"/>
            <a:ext cx="8763000" cy="1428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9000" b="1" i="1">
                <a:solidFill>
                  <a:srgbClr val="6E3F94"/>
                </a:solidFill>
                <a:latin typeface="Lora"/>
              </a:rPr>
              <a:t>GM Testa</a:t>
            </a:r>
          </a:p>
        </p:txBody>
      </p:sp>
      <p:pic>
        <p:nvPicPr>
          <p:cNvPr id="4" name="Picture 3" descr="circulo-foto-rox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4500" y="2857500"/>
            <a:ext cx="6858000" cy="6858000"/>
          </a:xfrm>
          <a:prstGeom prst="rect">
            <a:avLst/>
          </a:prstGeom>
        </p:spPr>
      </p:pic>
      <p:sp>
        <p:nvSpPr>
          <p:cNvPr id="5" name="Foto (substitua)"/>
          <p:cNvSpPr/>
          <p:nvPr/>
        </p:nvSpPr>
        <p:spPr>
          <a:xfrm>
            <a:off x="2533650" y="3790950"/>
            <a:ext cx="5219700" cy="5219700"/>
          </a:xfrm>
          <a:prstGeom prst="ellipse">
            <a:avLst/>
          </a:prstGeom>
          <a:solidFill>
            <a:srgbClr val="D9C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6E3F94"/>
                </a:solidFill>
                <a:latin typeface="Montserrat"/>
              </a:rPr>
              <a:t>SUA FOTO AQUI</a:t>
            </a:r>
          </a:p>
        </p:txBody>
      </p:sp>
      <p:pic>
        <p:nvPicPr>
          <p:cNvPr id="6" name="Picture 5" descr="selo-festonad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0" y="8953500"/>
            <a:ext cx="2857500" cy="28575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667500" y="8953500"/>
            <a:ext cx="2857500" cy="2857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900" b="1" i="0">
                <a:solidFill>
                  <a:srgbClr val="FFFFFF"/>
                </a:solidFill>
                <a:latin typeface="Lora"/>
              </a:rPr>
              <a:t>NOTA</a:t>
            </a:r>
          </a:p>
          <a:p>
            <a:pPr algn="ctr">
              <a:lnSpc>
                <a:spcPct val="100000"/>
              </a:lnSpc>
            </a:pPr>
            <a:r>
              <a:rPr sz="3900" b="1" i="0">
                <a:solidFill>
                  <a:srgbClr val="FFFFFF"/>
                </a:solidFill>
                <a:latin typeface="Lora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10382250"/>
            <a:ext cx="5334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 spc="225">
                <a:solidFill>
                  <a:srgbClr val="1A1020"/>
                </a:solidFill>
                <a:latin typeface="Montserrat"/>
              </a:rPr>
              <a:t>PRODUTO TESTADO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10953750"/>
            <a:ext cx="53340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0" i="0">
                <a:solidFill>
                  <a:srgbClr val="555555"/>
                </a:solidFill>
                <a:latin typeface="Montserrat"/>
              </a:rPr>
              <a:t>Escreva aqui a sua opinião sincera sobre o produto.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