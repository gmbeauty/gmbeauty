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7AC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tampa_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5875" y="0"/>
            <a:ext cx="1285875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001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50" b="1" i="0" spc="450">
                <a:solidFill>
                  <a:srgbClr val="FFFFFF"/>
                </a:solidFill>
                <a:latin typeface="Montserrat"/>
              </a:rPr>
              <a:t>LOJA UNIVERSO 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76500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400" b="1" i="1">
                <a:solidFill>
                  <a:srgbClr val="FFFFFF"/>
                </a:solidFill>
                <a:latin typeface="Lora"/>
              </a:rPr>
              <a:t>Título do seu</a:t>
            </a:r>
          </a:p>
          <a:p>
            <a:pPr algn="l">
              <a:lnSpc>
                <a:spcPct val="108000"/>
              </a:lnSpc>
            </a:pPr>
            <a:r>
              <a:rPr sz="8400" b="1" i="1">
                <a:solidFill>
                  <a:srgbClr val="FFFFFF"/>
                </a:solidFill>
                <a:latin typeface="Lora"/>
              </a:rPr>
              <a:t>carrossel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81025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 spc="450">
                <a:solidFill>
                  <a:srgbClr val="FFFFFF"/>
                </a:solidFill>
                <a:latin typeface="Montserrat"/>
              </a:rPr>
              <a:t>SUBTÍTULO OU CHAMADA</a:t>
            </a:r>
          </a:p>
        </p:txBody>
      </p:sp>
      <p:pic>
        <p:nvPicPr>
          <p:cNvPr id="6" name="Picture 5" descr="boca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7239000"/>
            <a:ext cx="6096000" cy="4145280"/>
          </a:xfrm>
          <a:prstGeom prst="rect">
            <a:avLst/>
          </a:prstGeom>
        </p:spPr>
      </p:pic>
      <p:pic>
        <p:nvPicPr>
          <p:cNvPr id="7" name="Picture 6" descr="botao-contorno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53750"/>
            <a:ext cx="3619500" cy="1085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0953750"/>
            <a:ext cx="3619500" cy="1085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375">
                <a:solidFill>
                  <a:srgbClr val="FFFFFF"/>
                </a:solidFill>
                <a:latin typeface="Montserrat"/>
              </a:rPr>
              <a:t>DESLIZE  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ios_l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0" y="857250"/>
            <a:ext cx="10477500" cy="1047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001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6E3F94"/>
                </a:solidFill>
                <a:latin typeface="Montserrat"/>
              </a:rPr>
              <a:t>NOVIDADE NA LOJA</a:t>
            </a:r>
          </a:p>
        </p:txBody>
      </p:sp>
      <p:sp>
        <p:nvSpPr>
          <p:cNvPr id="4" name="Foto (substitua)"/>
          <p:cNvSpPr/>
          <p:nvPr/>
        </p:nvSpPr>
        <p:spPr>
          <a:xfrm>
            <a:off x="2476500" y="3429000"/>
            <a:ext cx="5334000" cy="5334000"/>
          </a:xfrm>
          <a:prstGeom prst="ellipse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5" name="Picture 4" descr="brilh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1619250"/>
            <a:ext cx="2095500" cy="1571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9429750"/>
            <a:ext cx="8763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300" b="1" i="1">
                <a:solidFill>
                  <a:srgbClr val="6E3F94"/>
                </a:solidFill>
                <a:latin typeface="Lora"/>
              </a:rPr>
              <a:t>Nome do produto</a:t>
            </a:r>
          </a:p>
        </p:txBody>
      </p:sp>
      <p:pic>
        <p:nvPicPr>
          <p:cNvPr id="7" name="Picture 6" descr="etiqueta-preco-rox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0668000"/>
            <a:ext cx="4191000" cy="18021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0" y="10668000"/>
            <a:ext cx="3238500" cy="1800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R$ 49,90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04775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900" b="1" i="1">
                <a:solidFill>
                  <a:srgbClr val="6E3F94"/>
                </a:solidFill>
                <a:latin typeface="Lora"/>
              </a:rPr>
              <a:t>3 motivos</a:t>
            </a:r>
          </a:p>
          <a:p>
            <a:pPr algn="l">
              <a:lnSpc>
                <a:spcPct val="108000"/>
              </a:lnSpc>
            </a:pPr>
            <a:r>
              <a:rPr sz="6900" b="1" i="1">
                <a:solidFill>
                  <a:srgbClr val="6E3F94"/>
                </a:solidFill>
                <a:latin typeface="Lora"/>
              </a:rPr>
              <a:t>para amar</a:t>
            </a:r>
          </a:p>
        </p:txBody>
      </p:sp>
      <p:pic>
        <p:nvPicPr>
          <p:cNvPr id="3" name="Picture 2" descr="di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33750"/>
            <a:ext cx="5905500" cy="3927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476750"/>
            <a:ext cx="1047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0" b="1" i="1">
                <a:solidFill>
                  <a:srgbClr val="A87AC5"/>
                </a:solidFill>
                <a:latin typeface="Lor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4552950"/>
            <a:ext cx="7524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1020"/>
                </a:solidFill>
                <a:latin typeface="Montserrat"/>
              </a:rPr>
              <a:t>Primeiro benefício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5067300"/>
            <a:ext cx="7524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i="0">
                <a:solidFill>
                  <a:srgbClr val="555555"/>
                </a:solidFill>
                <a:latin typeface="Montserrat"/>
              </a:rPr>
              <a:t>Explique em uma linha curta o que o produto entrega.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72250"/>
            <a:ext cx="1047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0" b="1" i="1">
                <a:solidFill>
                  <a:srgbClr val="A87AC5"/>
                </a:solidFill>
                <a:latin typeface="Lor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6648450"/>
            <a:ext cx="7524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1020"/>
                </a:solidFill>
                <a:latin typeface="Montserrat"/>
              </a:rPr>
              <a:t>Segundo benefício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7162800"/>
            <a:ext cx="7524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i="0">
                <a:solidFill>
                  <a:srgbClr val="555555"/>
                </a:solidFill>
                <a:latin typeface="Montserrat"/>
              </a:rPr>
              <a:t>Outra vantagem que faz a cliente se apaixonar.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667750"/>
            <a:ext cx="1047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0" b="1" i="1">
                <a:solidFill>
                  <a:srgbClr val="A87AC5"/>
                </a:solidFill>
                <a:latin typeface="Lor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8743950"/>
            <a:ext cx="7524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1020"/>
                </a:solidFill>
                <a:latin typeface="Montserrat"/>
              </a:rPr>
              <a:t>Terceiro benefício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50" y="9258300"/>
            <a:ext cx="7524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 i="0">
                <a:solidFill>
                  <a:srgbClr val="555555"/>
                </a:solidFill>
                <a:latin typeface="Montserrat"/>
              </a:rPr>
              <a:t>Feche com o motivo que faltava para comprar.</a:t>
            </a:r>
          </a:p>
        </p:txBody>
      </p:sp>
      <p:pic>
        <p:nvPicPr>
          <p:cNvPr id="13" name="Picture 12" descr="boca-ro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382250"/>
            <a:ext cx="3619500" cy="24612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118110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1">
                <a:solidFill>
                  <a:srgbClr val="A87AC5"/>
                </a:solidFill>
                <a:latin typeface="Lora"/>
              </a:rPr>
              <a:t>Loja Universo GM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F9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la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619250"/>
            <a:ext cx="8191500" cy="58500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19250" y="2286000"/>
            <a:ext cx="7048500" cy="38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500" b="1" i="1">
                <a:solidFill>
                  <a:srgbClr val="A87AC5"/>
                </a:solidFill>
                <a:latin typeface="Lora"/>
              </a:rPr>
              <a:t>“Escreva aqui o depoimento da cliente, curto e verdadeiro.”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72390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450">
                <a:solidFill>
                  <a:srgbClr val="FFFFFF"/>
                </a:solidFill>
                <a:latin typeface="Montserrat"/>
              </a:rPr>
              <a:t>NOME DA CLIENTE</a:t>
            </a:r>
          </a:p>
        </p:txBody>
      </p:sp>
      <p:pic>
        <p:nvPicPr>
          <p:cNvPr id="5" name="Picture 4" descr="estrela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8001000"/>
            <a:ext cx="609600" cy="609600"/>
          </a:xfrm>
          <a:prstGeom prst="rect">
            <a:avLst/>
          </a:prstGeom>
        </p:spPr>
      </p:pic>
      <p:pic>
        <p:nvPicPr>
          <p:cNvPr id="6" name="Picture 5" descr="estrela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8001000"/>
            <a:ext cx="609600" cy="609600"/>
          </a:xfrm>
          <a:prstGeom prst="rect">
            <a:avLst/>
          </a:prstGeom>
        </p:spPr>
      </p:pic>
      <p:pic>
        <p:nvPicPr>
          <p:cNvPr id="7" name="Picture 6" descr="estrela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8001000"/>
            <a:ext cx="609600" cy="609600"/>
          </a:xfrm>
          <a:prstGeom prst="rect">
            <a:avLst/>
          </a:prstGeom>
        </p:spPr>
      </p:pic>
      <p:pic>
        <p:nvPicPr>
          <p:cNvPr id="8" name="Picture 7" descr="estrela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8001000"/>
            <a:ext cx="609600" cy="609600"/>
          </a:xfrm>
          <a:prstGeom prst="rect">
            <a:avLst/>
          </a:prstGeom>
        </p:spPr>
      </p:pic>
      <p:pic>
        <p:nvPicPr>
          <p:cNvPr id="9" name="Picture 8" descr="estrela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8001000"/>
            <a:ext cx="609600" cy="609600"/>
          </a:xfrm>
          <a:prstGeom prst="rect">
            <a:avLst/>
          </a:prstGeom>
        </p:spPr>
      </p:pic>
      <p:pic>
        <p:nvPicPr>
          <p:cNvPr id="10" name="Picture 9" descr="boca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620250"/>
            <a:ext cx="3810000" cy="2590800"/>
          </a:xfrm>
          <a:prstGeom prst="rect">
            <a:avLst/>
          </a:prstGeom>
        </p:spPr>
      </p:pic>
      <p:pic>
        <p:nvPicPr>
          <p:cNvPr id="11" name="Picture 10" descr="brilhos-br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525000"/>
            <a:ext cx="2381250" cy="1785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7AC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ios_b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7750" y="-285750"/>
            <a:ext cx="12382500" cy="12382500"/>
          </a:xfrm>
          <a:prstGeom prst="rect">
            <a:avLst/>
          </a:prstGeom>
        </p:spPr>
      </p:pic>
      <p:pic>
        <p:nvPicPr>
          <p:cNvPr id="3" name="Picture 2" descr="conf_b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71500"/>
            <a:ext cx="9525000" cy="9525000"/>
          </a:xfrm>
          <a:prstGeom prst="rect">
            <a:avLst/>
          </a:prstGeom>
        </p:spPr>
      </p:pic>
      <p:pic>
        <p:nvPicPr>
          <p:cNvPr id="4" name="Picture 3" descr="explosao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428750"/>
            <a:ext cx="6667500" cy="666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9750" y="3619500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50" b="1" i="0" spc="600">
                <a:solidFill>
                  <a:srgbClr val="6E3F94"/>
                </a:solidFill>
                <a:latin typeface="Montserrat"/>
              </a:rPr>
              <a:t>SÓ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095750"/>
            <a:ext cx="66675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0" b="1" i="1">
                <a:solidFill>
                  <a:srgbClr val="6E3F94"/>
                </a:solidFill>
                <a:latin typeface="Lora"/>
              </a:rP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6334125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50" b="1" i="0" spc="750">
                <a:solidFill>
                  <a:srgbClr val="6E3F94"/>
                </a:solidFill>
                <a:latin typeface="Montserrat"/>
              </a:rPr>
              <a:t>OFF</a:t>
            </a:r>
          </a:p>
        </p:txBody>
      </p:sp>
      <p:pic>
        <p:nvPicPr>
          <p:cNvPr id="8" name="Picture 7" descr="etiqueta-preco-rox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2250" y="8858250"/>
            <a:ext cx="4762500" cy="2047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24250" y="8858250"/>
            <a:ext cx="4000500" cy="2047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300" b="1" i="0">
                <a:solidFill>
                  <a:srgbClr val="FFFFFF"/>
                </a:solidFill>
                <a:latin typeface="Montserrat"/>
              </a:rPr>
              <a:t>R$ 49,90</a:t>
            </a:r>
          </a:p>
        </p:txBody>
      </p:sp>
      <p:pic>
        <p:nvPicPr>
          <p:cNvPr id="10" name="Picture 9" descr="botao-cheio-bran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0" y="11049000"/>
            <a:ext cx="4000500" cy="12001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43250" y="11049000"/>
            <a:ext cx="400050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50" b="1" i="0" spc="300">
                <a:solidFill>
                  <a:srgbClr val="A87AC5"/>
                </a:solidFill>
                <a:latin typeface="Montserrat"/>
              </a:rPr>
              <a:t>COMPRE AGORA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lilas-sobre-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047750"/>
            <a:ext cx="7239000" cy="643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382000"/>
            <a:ext cx="8763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4800" b="1" i="1">
                <a:solidFill>
                  <a:srgbClr val="6E3F94"/>
                </a:solidFill>
                <a:latin typeface="Lora"/>
              </a:rPr>
              <a:t>Gostou?</a:t>
            </a:r>
          </a:p>
          <a:p>
            <a:pPr algn="ctr">
              <a:lnSpc>
                <a:spcPct val="108000"/>
              </a:lnSpc>
            </a:pPr>
            <a:r>
              <a:rPr sz="4800" b="1" i="1">
                <a:solidFill>
                  <a:srgbClr val="6E3F94"/>
                </a:solidFill>
                <a:latin typeface="Lora"/>
              </a:rPr>
              <a:t>Salve e compartilhe</a:t>
            </a:r>
          </a:p>
        </p:txBody>
      </p:sp>
      <p:pic>
        <p:nvPicPr>
          <p:cNvPr id="4" name="Picture 3" descr="botao-che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0382250"/>
            <a:ext cx="4953000" cy="148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7000" y="10382250"/>
            <a:ext cx="4953000" cy="148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550" b="1" i="0" spc="375">
                <a:solidFill>
                  <a:srgbClr val="FFFFFF"/>
                </a:solidFill>
                <a:latin typeface="Montserrat"/>
              </a:rPr>
              <a:t>LINK NA 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09675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300">
                <a:solidFill>
                  <a:srgbClr val="555555"/>
                </a:solidFill>
                <a:latin typeface="Montserrat"/>
              </a:rPr>
              <a:t>@SEUPERFIL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