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7AC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aios_b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47750" y="1428750"/>
            <a:ext cx="12382500" cy="12382500"/>
          </a:xfrm>
          <a:prstGeom prst="rect">
            <a:avLst/>
          </a:prstGeom>
        </p:spPr>
      </p:pic>
      <p:pic>
        <p:nvPicPr>
          <p:cNvPr id="3" name="Picture 2" descr="boca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8250" y="1428750"/>
            <a:ext cx="7810500" cy="53111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667500"/>
            <a:ext cx="87630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9600" b="1" i="1">
                <a:solidFill>
                  <a:srgbClr val="FFFFFF"/>
                </a:solidFill>
                <a:latin typeface="Lora"/>
              </a:rPr>
              <a:t>Resultado GM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83820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2250" b="1" i="0" spc="750">
                <a:solidFill>
                  <a:srgbClr val="FFFFFF"/>
                </a:solidFill>
                <a:latin typeface="Montserrat"/>
              </a:rPr>
              <a:t>ANTES E DEPOIS REAL</a:t>
            </a:r>
          </a:p>
        </p:txBody>
      </p:sp>
      <p:pic>
        <p:nvPicPr>
          <p:cNvPr id="6" name="Picture 5" descr="brilhos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000" y="7810500"/>
            <a:ext cx="2095500" cy="1571625"/>
          </a:xfrm>
          <a:prstGeom prst="rect">
            <a:avLst/>
          </a:prstGeom>
        </p:spPr>
      </p:pic>
      <p:pic>
        <p:nvPicPr>
          <p:cNvPr id="7" name="Picture 6" descr="botao-contorno-branc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3250" y="10763250"/>
            <a:ext cx="4000500" cy="12001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143250" y="10763250"/>
            <a:ext cx="4000500" cy="1200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100" b="1" i="0" spc="300">
                <a:solidFill>
                  <a:srgbClr val="FFFFFF"/>
                </a:solidFill>
                <a:latin typeface="Montserrat"/>
              </a:rPr>
              <a:t>DESLIZE 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7620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A87AC5"/>
                </a:solidFill>
                <a:latin typeface="Montserrat"/>
              </a:rPr>
              <a:t>RESULTADO GM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238250"/>
            <a:ext cx="87630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6600" b="1" i="1">
                <a:solidFill>
                  <a:srgbClr val="6E3F94"/>
                </a:solidFill>
                <a:latin typeface="Lora"/>
              </a:rPr>
              <a:t>Olha a diferença</a:t>
            </a:r>
          </a:p>
        </p:txBody>
      </p:sp>
      <p:sp>
        <p:nvSpPr>
          <p:cNvPr id="4" name="Foto (substitua)"/>
          <p:cNvSpPr/>
          <p:nvPr/>
        </p:nvSpPr>
        <p:spPr>
          <a:xfrm>
            <a:off x="762000" y="2762250"/>
            <a:ext cx="4191000" cy="6667500"/>
          </a:xfrm>
          <a:prstGeom prst="roundRect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sp>
        <p:nvSpPr>
          <p:cNvPr id="5" name="Foto (substitua)"/>
          <p:cNvSpPr/>
          <p:nvPr/>
        </p:nvSpPr>
        <p:spPr>
          <a:xfrm>
            <a:off x="5334000" y="2762250"/>
            <a:ext cx="4191000" cy="6667500"/>
          </a:xfrm>
          <a:prstGeom prst="roundRect">
            <a:avLst/>
          </a:prstGeom>
          <a:solidFill>
            <a:srgbClr val="D9C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800">
                <a:solidFill>
                  <a:srgbClr val="6E3F94"/>
                </a:solidFill>
                <a:latin typeface="Montserrat"/>
              </a:rPr>
              <a:t>SUA FOTO AQUI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9639300"/>
            <a:ext cx="4191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6E3F94"/>
                </a:solidFill>
                <a:latin typeface="Montserrat"/>
              </a:rP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34000" y="9639300"/>
            <a:ext cx="4191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950" b="1" i="0" spc="450">
                <a:solidFill>
                  <a:srgbClr val="6E3F94"/>
                </a:solidFill>
                <a:latin typeface="Montserrat"/>
              </a:rPr>
              <a:t>DEPOIS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1038225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1" i="0" spc="300">
                <a:solidFill>
                  <a:srgbClr val="1A1020"/>
                </a:solidFill>
                <a:latin typeface="Montserrat"/>
              </a:rPr>
              <a:t>PRODUTOS USADOS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10953750"/>
            <a:ext cx="8763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555555"/>
                </a:solidFill>
                <a:latin typeface="Montserrat"/>
              </a:rPr>
              <a:t>1. Produto um</a:t>
            </a:r>
          </a:p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555555"/>
                </a:solidFill>
                <a:latin typeface="Montserrat"/>
              </a:rPr>
              <a:t>2. Produto dois</a:t>
            </a:r>
          </a:p>
          <a:p>
            <a:pPr algn="l">
              <a:lnSpc>
                <a:spcPct val="130000"/>
              </a:lnSpc>
            </a:pPr>
            <a:r>
              <a:rPr sz="2400" b="0" i="0">
                <a:solidFill>
                  <a:srgbClr val="555555"/>
                </a:solidFill>
                <a:latin typeface="Montserrat"/>
              </a:rPr>
              <a:t>3. Produto três</a:t>
            </a:r>
          </a:p>
        </p:txBody>
      </p:sp>
      <p:pic>
        <p:nvPicPr>
          <p:cNvPr id="10" name="Picture 9" descr="seta-rox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0" y="10191750"/>
            <a:ext cx="2476500" cy="14859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3F9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stampa_b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85875" y="0"/>
            <a:ext cx="1285875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2190750"/>
            <a:ext cx="8763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8000"/>
              </a:lnSpc>
            </a:pPr>
            <a:r>
              <a:rPr sz="7800" b="1" i="1">
                <a:solidFill>
                  <a:srgbClr val="FFFFFF"/>
                </a:solidFill>
                <a:latin typeface="Lora"/>
              </a:rPr>
              <a:t>Quer o mesmo</a:t>
            </a:r>
          </a:p>
          <a:p>
            <a:pPr algn="ctr">
              <a:lnSpc>
                <a:spcPct val="108000"/>
              </a:lnSpc>
            </a:pPr>
            <a:r>
              <a:rPr sz="7800" b="1" i="1">
                <a:solidFill>
                  <a:srgbClr val="FFFFFF"/>
                </a:solidFill>
                <a:latin typeface="Lora"/>
              </a:rPr>
              <a:t>resultado?</a:t>
            </a:r>
          </a:p>
        </p:txBody>
      </p:sp>
      <p:pic>
        <p:nvPicPr>
          <p:cNvPr id="4" name="Picture 3" descr="boca-branc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9750" y="6096000"/>
            <a:ext cx="6667500" cy="4533900"/>
          </a:xfrm>
          <a:prstGeom prst="rect">
            <a:avLst/>
          </a:prstGeom>
        </p:spPr>
      </p:pic>
      <p:pic>
        <p:nvPicPr>
          <p:cNvPr id="5" name="Picture 4" descr="botao-cheio-branc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250" y="10477500"/>
            <a:ext cx="4762500" cy="14287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62250" y="10477500"/>
            <a:ext cx="476250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2550" b="1" i="0" spc="300">
                <a:solidFill>
                  <a:srgbClr val="6E3F94"/>
                </a:solidFill>
                <a:latin typeface="Montserrat"/>
              </a:rPr>
              <a:t>VER NA LOJA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12001500"/>
            <a:ext cx="8763000" cy="476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800" b="1" i="0" spc="600">
                <a:solidFill>
                  <a:srgbClr val="A87AC5"/>
                </a:solidFill>
                <a:latin typeface="Montserrat"/>
              </a:rPr>
              <a:t>LOJA UNIVERSO GM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