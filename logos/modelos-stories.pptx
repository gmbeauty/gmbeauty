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os_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0250" y="2857500"/>
            <a:ext cx="14287500" cy="14287500"/>
          </a:xfrm>
          <a:prstGeom prst="rect">
            <a:avLst/>
          </a:prstGeom>
        </p:spPr>
      </p:pic>
      <p:pic>
        <p:nvPicPr>
          <p:cNvPr id="3" name="Picture 2" descr="conf_b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381250"/>
            <a:ext cx="9906000" cy="9906000"/>
          </a:xfrm>
          <a:prstGeom prst="rect">
            <a:avLst/>
          </a:prstGeom>
        </p:spPr>
      </p:pic>
      <p:pic>
        <p:nvPicPr>
          <p:cNvPr id="4" name="Picture 3" descr="explosa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238500"/>
            <a:ext cx="7620000" cy="76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5619750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50" b="1" i="0" spc="750">
                <a:solidFill>
                  <a:srgbClr val="6E3F94"/>
                </a:solidFill>
                <a:latin typeface="Montserrat"/>
              </a:rPr>
              <a:t>SÓ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6191250"/>
            <a:ext cx="76200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250" b="1" i="1">
                <a:solidFill>
                  <a:srgbClr val="6E3F94"/>
                </a:solidFill>
                <a:latin typeface="Lora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9048750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 spc="900">
                <a:solidFill>
                  <a:srgbClr val="6E3F94"/>
                </a:solidFill>
                <a:latin typeface="Montserrat"/>
              </a:rPr>
              <a:t>OFF</a:t>
            </a:r>
          </a:p>
        </p:txBody>
      </p:sp>
      <p:pic>
        <p:nvPicPr>
          <p:cNvPr id="8" name="Picture 7" descr="etiqueta-preco-rox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0" y="11715750"/>
            <a:ext cx="5143500" cy="22117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03320" y="11715750"/>
            <a:ext cx="3909060" cy="221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45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  <p:pic>
        <p:nvPicPr>
          <p:cNvPr id="10" name="Picture 9" descr="botao-cheio-br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13811250"/>
            <a:ext cx="4762500" cy="1428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62250" y="1381125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300">
                <a:solidFill>
                  <a:srgbClr val="A87AC5"/>
                </a:solidFill>
                <a:latin typeface="Montserrat"/>
              </a:rPr>
              <a:t>LINK NO ADESIVO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750">
                <a:solidFill>
                  <a:srgbClr val="A87AC5"/>
                </a:solidFill>
                <a:latin typeface="Montserrat"/>
              </a:rPr>
              <a:t>ENQUETE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48000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400" b="1" i="1">
                <a:solidFill>
                  <a:srgbClr val="6E3F94"/>
                </a:solidFill>
                <a:latin typeface="Lora"/>
              </a:rPr>
              <a:t>Qual você</a:t>
            </a:r>
          </a:p>
          <a:p>
            <a:pPr algn="ctr">
              <a:lnSpc>
                <a:spcPct val="108000"/>
              </a:lnSpc>
            </a:pPr>
            <a:r>
              <a:rPr sz="8400" b="1" i="1">
                <a:solidFill>
                  <a:srgbClr val="6E3F94"/>
                </a:solidFill>
                <a:latin typeface="Lora"/>
              </a:rPr>
              <a:t>prefere?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6667500"/>
            <a:ext cx="4191000" cy="5715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5" name="Foto (substitua)"/>
          <p:cNvSpPr/>
          <p:nvPr/>
        </p:nvSpPr>
        <p:spPr>
          <a:xfrm>
            <a:off x="5334000" y="6667500"/>
            <a:ext cx="4191000" cy="57150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59205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6E3F94"/>
                </a:solidFill>
                <a:latin typeface="Montserrat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1259205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6E3F94"/>
                </a:solidFill>
                <a:latin typeface="Montserrat"/>
              </a:rPr>
              <a:t>B</a:t>
            </a:r>
          </a:p>
        </p:txBody>
      </p:sp>
      <p:pic>
        <p:nvPicPr>
          <p:cNvPr id="8" name="Picture 7" descr="brilh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190750"/>
            <a:ext cx="1905000" cy="142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35255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999999"/>
                </a:solidFill>
                <a:latin typeface="Montserrat"/>
              </a:rPr>
              <a:t>(deixe esta área livre para o adesivo de enquete)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F9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ix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857500"/>
            <a:ext cx="8572500" cy="1485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2857500"/>
            <a:ext cx="8572500" cy="148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 spc="750">
                <a:solidFill>
                  <a:srgbClr val="A87AC5"/>
                </a:solidFill>
                <a:latin typeface="Montserrat"/>
              </a:rPr>
              <a:t>NOVIDADE</a:t>
            </a:r>
          </a:p>
        </p:txBody>
      </p:sp>
      <p:pic>
        <p:nvPicPr>
          <p:cNvPr id="4" name="Picture 3" descr="polaroid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762500"/>
            <a:ext cx="8572500" cy="8572500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 rot="21300000">
            <a:off x="2857500" y="6305550"/>
            <a:ext cx="4000500" cy="4000500"/>
          </a:xfrm>
          <a:prstGeom prst="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6" name="Picture 5" descr="brilhos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4953000"/>
            <a:ext cx="2381250" cy="1785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266825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000" b="1" i="1">
                <a:solidFill>
                  <a:srgbClr val="FFFFFF"/>
                </a:solidFill>
                <a:latin typeface="Lora"/>
              </a:rPr>
              <a:t>Nome do lançamento</a:t>
            </a:r>
          </a:p>
        </p:txBody>
      </p:sp>
      <p:pic>
        <p:nvPicPr>
          <p:cNvPr id="8" name="Picture 7" descr="botao-contorno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14097000"/>
            <a:ext cx="4000500" cy="1200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43250" y="1409700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FFFFFF"/>
                </a:solidFill>
                <a:latin typeface="Montserrat"/>
              </a:rPr>
              <a:t>COMPRE AGORA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750">
                <a:solidFill>
                  <a:srgbClr val="A87AC5"/>
                </a:solidFill>
                <a:latin typeface="Montserrat"/>
              </a:rPr>
              <a:t>DEPOIMENTO</a:t>
            </a:r>
          </a:p>
        </p:txBody>
      </p:sp>
      <p:pic>
        <p:nvPicPr>
          <p:cNvPr id="3" name="Picture 2" descr="bal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619500"/>
            <a:ext cx="8191500" cy="5850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250" y="4286250"/>
            <a:ext cx="7048500" cy="38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500" b="1" i="1">
                <a:solidFill>
                  <a:srgbClr val="FFFFFF"/>
                </a:solidFill>
                <a:latin typeface="Lora"/>
              </a:rPr>
              <a:t>“Escreva aqui o depoimento da cliente.”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1038225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450">
                <a:solidFill>
                  <a:srgbClr val="6E3F94"/>
                </a:solidFill>
                <a:latin typeface="Montserrat"/>
              </a:rPr>
              <a:t>NOME DA CLIENTE</a:t>
            </a:r>
          </a:p>
        </p:txBody>
      </p:sp>
      <p:pic>
        <p:nvPicPr>
          <p:cNvPr id="6" name="Picture 5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11144250"/>
            <a:ext cx="609600" cy="609600"/>
          </a:xfrm>
          <a:prstGeom prst="rect">
            <a:avLst/>
          </a:prstGeom>
        </p:spPr>
      </p:pic>
      <p:pic>
        <p:nvPicPr>
          <p:cNvPr id="7" name="Picture 6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11144250"/>
            <a:ext cx="609600" cy="609600"/>
          </a:xfrm>
          <a:prstGeom prst="rect">
            <a:avLst/>
          </a:prstGeom>
        </p:spPr>
      </p:pic>
      <p:pic>
        <p:nvPicPr>
          <p:cNvPr id="8" name="Picture 7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1144250"/>
            <a:ext cx="609600" cy="609600"/>
          </a:xfrm>
          <a:prstGeom prst="rect">
            <a:avLst/>
          </a:prstGeom>
        </p:spPr>
      </p:pic>
      <p:pic>
        <p:nvPicPr>
          <p:cNvPr id="9" name="Picture 8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11144250"/>
            <a:ext cx="609600" cy="609600"/>
          </a:xfrm>
          <a:prstGeom prst="rect">
            <a:avLst/>
          </a:prstGeom>
        </p:spPr>
      </p:pic>
      <p:pic>
        <p:nvPicPr>
          <p:cNvPr id="10" name="Picture 9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11144250"/>
            <a:ext cx="609600" cy="609600"/>
          </a:xfrm>
          <a:prstGeom prst="rect">
            <a:avLst/>
          </a:prstGeom>
        </p:spPr>
      </p:pic>
      <p:pic>
        <p:nvPicPr>
          <p:cNvPr id="11" name="Picture 10" descr="bo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2668250"/>
            <a:ext cx="4953000" cy="3368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812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750">
                <a:solidFill>
                  <a:srgbClr val="FFFFFF"/>
                </a:solidFill>
                <a:latin typeface="Montserrat"/>
              </a:rPr>
              <a:t>BASTIDORES</a:t>
            </a:r>
          </a:p>
        </p:txBody>
      </p:sp>
      <p:sp>
        <p:nvSpPr>
          <p:cNvPr id="3" name="Foto (substitua)"/>
          <p:cNvSpPr/>
          <p:nvPr/>
        </p:nvSpPr>
        <p:spPr>
          <a:xfrm>
            <a:off x="1047750" y="3333750"/>
            <a:ext cx="8191500" cy="10953750"/>
          </a:xfrm>
          <a:prstGeom prst="roundRect">
            <a:avLst>
              <a:gd name="adj" fmla="val 6000"/>
            </a:avLst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4" name="Picture 3" descr="brilhos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2571750"/>
            <a:ext cx="2190750" cy="1643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48590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000" b="1" i="1">
                <a:solidFill>
                  <a:srgbClr val="FFFFFF"/>
                </a:solidFill>
                <a:latin typeface="Lora"/>
              </a:rPr>
              <a:t>Um dia na GM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812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750">
                <a:solidFill>
                  <a:srgbClr val="A87AC5"/>
                </a:solidFill>
                <a:latin typeface="Montserrat"/>
              </a:rPr>
              <a:t>DICA RÁPIDA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5275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750" b="1" i="1">
                <a:solidFill>
                  <a:srgbClr val="6E3F94"/>
                </a:solidFill>
                <a:latin typeface="Lora"/>
              </a:rPr>
              <a:t>Dica 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5905500"/>
            <a:ext cx="114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250" b="1" i="1">
                <a:solidFill>
                  <a:srgbClr val="A87AC5"/>
                </a:solidFill>
                <a:latin typeface="Lor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143625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020"/>
                </a:solidFill>
                <a:latin typeface="Montserrat"/>
              </a:rPr>
              <a:t>Primeiro passo da dica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7905750"/>
            <a:ext cx="114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250" b="1" i="1">
                <a:solidFill>
                  <a:srgbClr val="A87AC5"/>
                </a:solidFill>
                <a:latin typeface="Lor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8143875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020"/>
                </a:solidFill>
                <a:latin typeface="Montserrat"/>
              </a:rPr>
              <a:t>Segundo passo da 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9906000"/>
            <a:ext cx="114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250" b="1" i="1">
                <a:solidFill>
                  <a:srgbClr val="A87AC5"/>
                </a:solidFill>
                <a:latin typeface="Lor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0144125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020"/>
                </a:solidFill>
                <a:latin typeface="Montserrat"/>
              </a:rPr>
              <a:t>Terceiro passo da dica</a:t>
            </a:r>
          </a:p>
        </p:txBody>
      </p:sp>
      <p:pic>
        <p:nvPicPr>
          <p:cNvPr id="10" name="Picture 9" descr="seta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2192000"/>
            <a:ext cx="3238500" cy="1943100"/>
          </a:xfrm>
          <a:prstGeom prst="rect">
            <a:avLst/>
          </a:prstGeom>
        </p:spPr>
      </p:pic>
      <p:pic>
        <p:nvPicPr>
          <p:cNvPr id="11" name="Picture 10" descr="botao-cheio-ro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14287500"/>
            <a:ext cx="4762500" cy="1428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62250" y="1428750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 spc="300">
                <a:solidFill>
                  <a:srgbClr val="FFFFFF"/>
                </a:solidFill>
                <a:latin typeface="Montserrat"/>
              </a:rPr>
              <a:t>MANDE UM OI NO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