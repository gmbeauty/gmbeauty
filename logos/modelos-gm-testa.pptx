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QUADRO FIXO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750" b="1" i="1">
                <a:solidFill>
                  <a:srgbClr val="6E3F94"/>
                </a:solidFill>
                <a:latin typeface="Lora"/>
              </a:rPr>
              <a:t>GM Testa</a:t>
            </a:r>
          </a:p>
        </p:txBody>
      </p:sp>
      <p:pic>
        <p:nvPicPr>
          <p:cNvPr id="4" name="Picture 3" descr="circulo-fot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3143250"/>
            <a:ext cx="6096000" cy="6096000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>
            <a:off x="2828925" y="3981450"/>
            <a:ext cx="4629150" cy="462915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20250"/>
            <a:ext cx="876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4800" b="1" i="1">
                <a:solidFill>
                  <a:srgbClr val="A87AC5"/>
                </a:solidFill>
                <a:latin typeface="Lora"/>
              </a:rPr>
              <a:t>Será que vale</a:t>
            </a:r>
          </a:p>
          <a:p>
            <a:pPr algn="ctr">
              <a:lnSpc>
                <a:spcPct val="108000"/>
              </a:lnSpc>
            </a:pPr>
            <a:r>
              <a:rPr sz="4800" b="1" i="1">
                <a:solidFill>
                  <a:srgbClr val="A87AC5"/>
                </a:solidFill>
                <a:latin typeface="Lora"/>
              </a:rPr>
              <a:t>a pena?</a:t>
            </a:r>
          </a:p>
        </p:txBody>
      </p:sp>
      <p:pic>
        <p:nvPicPr>
          <p:cNvPr id="7" name="Picture 6" descr="botao-cheio-ro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334750"/>
            <a:ext cx="3429000" cy="1028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0" y="11334750"/>
            <a:ext cx="3429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300">
                <a:solidFill>
                  <a:srgbClr val="FFFFFF"/>
                </a:solidFill>
                <a:latin typeface="Montserrat"/>
              </a:rPr>
              <a:t>DESLIZE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PRODUTO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300" b="1" i="1">
                <a:solidFill>
                  <a:srgbClr val="6E3F94"/>
                </a:solidFill>
                <a:latin typeface="Lora"/>
              </a:rPr>
              <a:t>Nome do produto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2667000"/>
            <a:ext cx="8763000" cy="6096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5" name="Picture 4" descr="etiqueta-prec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905750"/>
            <a:ext cx="3619500" cy="15563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92290" y="7905750"/>
            <a:ext cx="2750820" cy="1556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3345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 i="0" spc="225">
                <a:solidFill>
                  <a:srgbClr val="1A1020"/>
                </a:solidFill>
                <a:latin typeface="Montserrat"/>
              </a:rPr>
              <a:t>MARCA · COR OU VARIAÇÃO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00125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55555"/>
                </a:solidFill>
                <a:latin typeface="Montserrat"/>
              </a:rPr>
              <a:t>Conte em duas linhas o que prometeu e por que você escolheu testar este produto.</a:t>
            </a:r>
          </a:p>
        </p:txBody>
      </p:sp>
      <p:pic>
        <p:nvPicPr>
          <p:cNvPr id="9" name="Picture 8" descr="bril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952500"/>
            <a:ext cx="1905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O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300" b="1" i="1">
                <a:solidFill>
                  <a:srgbClr val="FFFFFF"/>
                </a:solidFill>
                <a:latin typeface="Lora"/>
              </a:rPr>
              <a:t>Na pele, sem filtro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3143250"/>
            <a:ext cx="4191000" cy="6096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5" name="Foto (substitua)"/>
          <p:cNvSpPr/>
          <p:nvPr/>
        </p:nvSpPr>
        <p:spPr>
          <a:xfrm>
            <a:off x="5334000" y="3143250"/>
            <a:ext cx="4191000" cy="6096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44880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944880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DEPOIS</a:t>
            </a:r>
          </a:p>
        </p:txBody>
      </p:sp>
      <p:pic>
        <p:nvPicPr>
          <p:cNvPr id="8" name="Picture 7" descr="set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382250"/>
            <a:ext cx="285750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" y="10287000"/>
            <a:ext cx="4953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Montserrat"/>
              </a:rPr>
              <a:t>Anote aqui o que sentiu: textura, cobertura e duração.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F9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o-festonad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43000"/>
            <a:ext cx="49530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0" y="1143000"/>
            <a:ext cx="495300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6E3F94"/>
                </a:solidFill>
                <a:latin typeface="Lora"/>
              </a:rPr>
              <a:t>NOTA</a:t>
            </a:r>
          </a:p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6E3F94"/>
                </a:solidFill>
                <a:latin typeface="Lor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8580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0" b="1" i="1">
                <a:solidFill>
                  <a:srgbClr val="FFFFFF"/>
                </a:solidFill>
                <a:latin typeface="Lora"/>
              </a:rPr>
              <a:t>Vale a pena?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3820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FFFFF"/>
                </a:solidFill>
                <a:latin typeface="Montserrat"/>
              </a:rPr>
              <a:t>Gostei: escreva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904875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50" b="1" i="0">
                <a:solidFill>
                  <a:srgbClr val="FFFFFF"/>
                </a:solidFill>
                <a:latin typeface="Montserrat"/>
              </a:rPr>
              <a:t>Não gostei: escreva aqui</a:t>
            </a:r>
          </a:p>
        </p:txBody>
      </p:sp>
      <p:pic>
        <p:nvPicPr>
          <p:cNvPr id="7" name="Picture 6" descr="divisor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096500"/>
            <a:ext cx="5715000" cy="380047"/>
          </a:xfrm>
          <a:prstGeom prst="rect">
            <a:avLst/>
          </a:prstGeom>
        </p:spPr>
      </p:pic>
      <p:pic>
        <p:nvPicPr>
          <p:cNvPr id="8" name="Picture 7" descr="botao-chei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10763250"/>
            <a:ext cx="4000500" cy="1200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43250" y="1076325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6E3F94"/>
                </a:solidFill>
                <a:latin typeface="Montserrat"/>
              </a:rPr>
              <a:t>SALVE PARA DEPOIS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