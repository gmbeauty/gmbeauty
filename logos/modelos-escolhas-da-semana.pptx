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f_r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9048750" cy="904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619250"/>
            <a:ext cx="8763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300" b="1" i="1">
                <a:solidFill>
                  <a:srgbClr val="6E3F94"/>
                </a:solidFill>
                <a:latin typeface="Lora"/>
              </a:rPr>
              <a:t>Escolhas</a:t>
            </a:r>
          </a:p>
          <a:p>
            <a:pPr algn="ctr">
              <a:lnSpc>
                <a:spcPct val="108000"/>
              </a:lnSpc>
            </a:pPr>
            <a:r>
              <a:rPr sz="9300" b="1" i="1">
                <a:solidFill>
                  <a:srgbClr val="6E3F94"/>
                </a:solidFill>
                <a:latin typeface="Lora"/>
              </a:rPr>
              <a:t>da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50" b="1" i="0" spc="600">
                <a:solidFill>
                  <a:srgbClr val="A87AC5"/>
                </a:solidFill>
                <a:latin typeface="Montserrat"/>
              </a:rPr>
              <a:t>3 ACHADOS PARA VOCÊ</a:t>
            </a:r>
          </a:p>
        </p:txBody>
      </p:sp>
      <p:sp>
        <p:nvSpPr>
          <p:cNvPr id="5" name="Foto (substitua)"/>
          <p:cNvSpPr/>
          <p:nvPr/>
        </p:nvSpPr>
        <p:spPr>
          <a:xfrm>
            <a:off x="666750" y="6858000"/>
            <a:ext cx="2667000" cy="2667000"/>
          </a:xfrm>
          <a:prstGeom prst="ellipse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1</a:t>
            </a:r>
          </a:p>
        </p:txBody>
      </p:sp>
      <p:sp>
        <p:nvSpPr>
          <p:cNvPr id="6" name="Foto (substitua)"/>
          <p:cNvSpPr/>
          <p:nvPr/>
        </p:nvSpPr>
        <p:spPr>
          <a:xfrm>
            <a:off x="3524250" y="6858000"/>
            <a:ext cx="2667000" cy="2667000"/>
          </a:xfrm>
          <a:prstGeom prst="ellipse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2</a:t>
            </a:r>
          </a:p>
        </p:txBody>
      </p:sp>
      <p:sp>
        <p:nvSpPr>
          <p:cNvPr id="7" name="Foto (substitua)"/>
          <p:cNvSpPr/>
          <p:nvPr/>
        </p:nvSpPr>
        <p:spPr>
          <a:xfrm>
            <a:off x="6381750" y="6858000"/>
            <a:ext cx="2667000" cy="2667000"/>
          </a:xfrm>
          <a:prstGeom prst="ellipse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3</a:t>
            </a:r>
          </a:p>
        </p:txBody>
      </p:sp>
      <p:pic>
        <p:nvPicPr>
          <p:cNvPr id="8" name="Picture 7" descr="divi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0382250"/>
            <a:ext cx="5715000" cy="380047"/>
          </a:xfrm>
          <a:prstGeom prst="rect">
            <a:avLst/>
          </a:prstGeom>
        </p:spPr>
      </p:pic>
      <p:pic>
        <p:nvPicPr>
          <p:cNvPr id="9" name="Picture 8" descr="botao-cheio-rox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1144250"/>
            <a:ext cx="3429000" cy="1028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29000" y="11144250"/>
            <a:ext cx="342900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300">
                <a:solidFill>
                  <a:srgbClr val="FFFFFF"/>
                </a:solidFill>
                <a:latin typeface="Montserrat"/>
              </a:rPr>
              <a:t>DESLIZE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1905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750" b="1" i="1">
                <a:solidFill>
                  <a:srgbClr val="A87AC5"/>
                </a:solidFill>
                <a:latin typeface="Lor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76500" y="1143000"/>
            <a:ext cx="7048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50" b="1" i="0" spc="450">
                <a:solidFill>
                  <a:srgbClr val="A87AC5"/>
                </a:solidFill>
                <a:latin typeface="Montserrat"/>
              </a:rPr>
              <a:t>ESCOLHA DA SEMANA</a:t>
            </a:r>
          </a:p>
        </p:txBody>
      </p:sp>
      <p:sp>
        <p:nvSpPr>
          <p:cNvPr id="4" name="Foto (substitua)"/>
          <p:cNvSpPr/>
          <p:nvPr/>
        </p:nvSpPr>
        <p:spPr>
          <a:xfrm>
            <a:off x="762000" y="2857500"/>
            <a:ext cx="8763000" cy="6096000"/>
          </a:xfrm>
          <a:prstGeom prst="roundRect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pic>
        <p:nvPicPr>
          <p:cNvPr id="5" name="Picture 4" descr="etiqueta-prec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8096250"/>
            <a:ext cx="3810000" cy="1638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53200" y="8096250"/>
            <a:ext cx="28956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Montserrat"/>
              </a:rPr>
              <a:t>R$ 49,90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429750"/>
            <a:ext cx="876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850" b="1" i="1">
                <a:solidFill>
                  <a:srgbClr val="6E3F94"/>
                </a:solidFill>
                <a:latin typeface="Lora"/>
              </a:rPr>
              <a:t>Nome do produto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477500"/>
            <a:ext cx="8763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55555"/>
                </a:solidFill>
                <a:latin typeface="Montserrat"/>
              </a:rPr>
              <a:t>Escreva em duas linhas por que esta é a sua escolha da semana.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7A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1905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750" b="1" i="1">
                <a:solidFill>
                  <a:srgbClr val="FFFFFF"/>
                </a:solidFill>
                <a:latin typeface="Lor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76500" y="1143000"/>
            <a:ext cx="7048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50" b="1" i="0" spc="450">
                <a:solidFill>
                  <a:srgbClr val="FFFFFF"/>
                </a:solidFill>
                <a:latin typeface="Montserrat"/>
              </a:rPr>
              <a:t>ESCOLHA DA SEMANA</a:t>
            </a:r>
          </a:p>
        </p:txBody>
      </p:sp>
      <p:sp>
        <p:nvSpPr>
          <p:cNvPr id="4" name="Foto (substitua)"/>
          <p:cNvSpPr/>
          <p:nvPr/>
        </p:nvSpPr>
        <p:spPr>
          <a:xfrm>
            <a:off x="762000" y="2857500"/>
            <a:ext cx="8763000" cy="6096000"/>
          </a:xfrm>
          <a:prstGeom prst="roundRect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pic>
        <p:nvPicPr>
          <p:cNvPr id="5" name="Picture 4" descr="etiqueta-prec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8096250"/>
            <a:ext cx="3810000" cy="1638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53200" y="8096250"/>
            <a:ext cx="28956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 i="0">
                <a:solidFill>
                  <a:srgbClr val="6E3F94"/>
                </a:solidFill>
                <a:latin typeface="Montserrat"/>
              </a:rPr>
              <a:t>R$ 49,90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429750"/>
            <a:ext cx="876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850" b="1" i="1">
                <a:solidFill>
                  <a:srgbClr val="FFFFFF"/>
                </a:solidFill>
                <a:latin typeface="Lora"/>
              </a:rPr>
              <a:t>Nome do produto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477500"/>
            <a:ext cx="8763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FFFFF"/>
                </a:solidFill>
                <a:latin typeface="Montserrat"/>
              </a:rPr>
              <a:t>Escreva em duas linhas por que esta é a sua escolha da semana.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3F9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ca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1619250"/>
            <a:ext cx="6667500" cy="4533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096000"/>
            <a:ext cx="8763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400" b="1" i="1">
                <a:solidFill>
                  <a:srgbClr val="FFFFFF"/>
                </a:solidFill>
                <a:latin typeface="Lora"/>
              </a:rPr>
              <a:t>Qual você</a:t>
            </a:r>
          </a:p>
          <a:p>
            <a:pPr algn="ctr">
              <a:lnSpc>
                <a:spcPct val="108000"/>
              </a:lnSpc>
            </a:pPr>
            <a:r>
              <a:rPr sz="8400" b="1" i="1">
                <a:solidFill>
                  <a:srgbClr val="FFFFFF"/>
                </a:solidFill>
                <a:latin typeface="Lora"/>
              </a:rPr>
              <a:t>levaria?</a:t>
            </a:r>
          </a:p>
        </p:txBody>
      </p:sp>
      <p:pic>
        <p:nvPicPr>
          <p:cNvPr id="4" name="Picture 3" descr="botao-cheio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0" y="10477500"/>
            <a:ext cx="4762500" cy="1428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62250" y="10477500"/>
            <a:ext cx="47625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550" b="1" i="0" spc="300">
                <a:solidFill>
                  <a:srgbClr val="6E3F94"/>
                </a:solidFill>
                <a:latin typeface="Montserrat"/>
              </a:rPr>
              <a:t>COMENTE AQUI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